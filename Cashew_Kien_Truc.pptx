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572000" cy="4572000"/>
          </a:xfrm>
          <a:prstGeom prst="ellipse">
            <a:avLst/>
          </a:prstGeom>
          <a:solidFill>
            <a:srgbClr val="14808C">
              <a:alpha val="30000"/>
            </a:srgbClr>
          </a:solidFill>
          <a:ln w="12700">
            <a:solidFill>
              <a:srgbClr val="1480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377440"/>
            <a:ext cx="2926080" cy="2926080"/>
          </a:xfrm>
          <a:prstGeom prst="ellipse">
            <a:avLst/>
          </a:prstGeom>
          <a:solidFill>
            <a:srgbClr val="F2A541">
              <a:alpha val="25000"/>
            </a:srgbClr>
          </a:solidFill>
          <a:ln w="12700">
            <a:solidFill>
              <a:srgbClr val="F2A541">
                <a:alpha val="2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PHÂN TÍCH KIẾN TRÚC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ứng dụng quản lý chi tiêu Cashew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Local-first · Client-centric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 trên phân tích mã nguồn thư mục budget/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và kết luận chính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Flutter/Dart chạy trên Android, iOS và Web/PWA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Android, iOS, Web/PWA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Gateway tự phát triển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 Drift/SQLite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v46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schema hiện tại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0815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thực tế: monolithic client, local-first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10712"/>
            <a:ext cx="7955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vụ, truy vấn, tổng hợp và dữ liệu tài chính chạy ngay trên thiết bị/trình duyệt người dùng.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API server, hàng đợi, cache server hay CSDL trung tâm cho toàn bộ giao dịch.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đám mây là tùy chọn: ứng dụng gọi trực tiếp Firebase, Google Sign-In và Google Drive.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kiến trúc tổng thể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cốt lõi chạy cục bộ; đám mây chỉ là nhánh tùy chọn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CỐT LÕI (CỤC BỘ)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B2E3B"/>
          </a:solidFill>
          <a:ln w="12700">
            <a:solidFill>
              <a:srgbClr val="0B2E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92808" y="2029968"/>
            <a:ext cx="23774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5544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· Widgets · Provider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84448" y="2029968"/>
            <a:ext cx="23774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15544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nghiệp vụ Dart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CRUD · thống kê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76088" y="2029968"/>
            <a:ext cx="23774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3212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77840" y="15544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67728" y="2029968"/>
            <a:ext cx="23774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15544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(native)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(web)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788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TÙY CHỌN (ĐÁM MÂY &amp; HỆ ĐIỀU HÀNH)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808C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0292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Firebase Auth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khi cần Drive/Firestore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31089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808C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260604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chia sẻ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/budgets · /transactions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808C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70916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appDataFolder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đồng bộ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.sqlite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31089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808C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1228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/ OS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· sinh trắc học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· file picker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 vẫn được tạo/đọc khi offline vì ghi vào database cục bộ trước.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thành phần công nghệ thông tin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4475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Flutter, Material UI, Provider/ChangeNotifier; một codebase đa nền tảng.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nghiệp vụ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44475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trong pages, struct/, functions.dart. Nhanh, dùng offline nhưng khó áp chính sách tập trung.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dữ liệu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44475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ORM trên SQLite: migration, transaction, watch() reactive, batch insert. Schema v46.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50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thiết bị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7919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db.sqlite; Web: IndexedDB, fallback localStorage. Không tự đồng bộ lên server.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240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350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67919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+ Firebase Auth; chỉ cần khi dùng Drive/Firestore, không bắt buộc cho CRUD.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350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ngân sách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67919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gọi trực tiếp; collection budgets có subcollection transactions.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sync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91363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appDataFolder: upload snapshot SQLite, sync theo dateTimeModified và DeleteLogs.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91363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notifications, biometric, home widget, file picker, deep links.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Web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91363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Hosting: static build/web, SPA rewrite. Chỉ là hosting, không phải backend.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không có route REST/GraphQL, server runtime, Docker/K8s hay cấu hình API Gateway.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lưu trữ dữ liệu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bảng Drift/SQLite, khóa chính UUID dạng text (tạo được khi offline)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6EAEC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463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6EAEC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920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(tự tham chiếu cho giao dịch ghép cặp)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6EAEC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77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377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associated_titles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6EAEC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category_budget_limits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6EAEC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291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7490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6EAEC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bộ/cấu hình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3749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delete_logs, app_settings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20624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6EAEC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206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206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scanner_templates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1325880"/>
            <a:ext cx="33375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0" y="1435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/ Desktop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native, file db.sqlite; executor nền cho ghi, foreground cho đọc.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2185416"/>
            <a:ext cx="33375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22951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PWA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2624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WASM trên IndexedDB; fallback localStorage (mong manh).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3044952"/>
            <a:ext cx="33375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4838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nhẹ: cờ đăng nhập, lịch backup, mốc sync.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3904488"/>
            <a:ext cx="33375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0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4343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ngân sách được chia sẻ, không sao lưu toàn bộ DB.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Backup, khôi phục và đồng bộ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dựa trên snapshot SQLite trong Google Drive appDataFolder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Google, bật backup / auto-backup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371600"/>
            <a:ext cx="548640" cy="54864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 .sqlite: db-v46-&lt;device&gt; hoặc sync-&lt;clientId&gt;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42816" y="1371600"/>
            <a:ext cx="548640" cy="54864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4281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theo chu kỳ; backupLimit xóa backup cũ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07024" y="1371600"/>
            <a:ext cx="548640" cy="54864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702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49824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file, ghi đè DB local, reset mốc sync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71232" y="13716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snapshot thiết bị khác, gộp theo dateTimeModified + delete_logs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538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tốt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86791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sao snapshot hữu ích cho khôi phục thảm họa; appDataFolder giảm nguy cơ người dùng xóa nhầm file.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34290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4E0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538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cần lưu ý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86791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thấy mã hóa tầng ứng dụng, checksum restore; sync dùng timestamp thay vì version vector.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CRUD giao dịch (offline-first)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ghi dữ liệu mà không cần internet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giao dịch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ví, danh mục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64208" y="1965960"/>
            <a:ext cx="1828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65376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11096" y="1463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tiền/ngày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72384" y="1965960"/>
            <a:ext cx="1828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73552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9272" y="1463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createOrUpdate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965960"/>
            <a:ext cx="1828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1728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7448" y="1463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transaction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88736" y="1965960"/>
            <a:ext cx="1828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9904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35624" y="1463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watch()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thay đổi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96912" y="1965960"/>
            <a:ext cx="1828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14630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1463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cập nhật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dư, biểu đồ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273552"/>
            <a:ext cx="3749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tạo category/ví khi thiếu và dùng batch insert để giảm lỗi khi nhập nhiều bản ghi.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ngân sách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273552"/>
            <a:ext cx="3749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Firebase, đọc/ghi Firestore rồi phản chiếu vào SQLite. Chủ yếu pull theo lệnh/đợt, chưa thấy listener realtime snapshots().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giá: điểm mạnh và rủi ro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Khía cạnh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 mạnh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 chế / rủi 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Hiệu năng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vấn local, server không chịu tải CRUD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Giới hạn theo thiết bị; JSON text khó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chạy khi mất mạng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thiết bị/xóa browser trước backup là mất dữ liệu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Đồng bộ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 backend; có delete_logs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nguyên DB tốn băng thông; xung đột theo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 sẻ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 + Firestore triển khai nhanh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Phải siết Firestore Security Rules; thu hồi thành viên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Bảo mật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Google, biometric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thấy SQLCipher/mã hóa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Bảo trì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v46; một codebase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UI/nghiệp vụ/data đan xen; test rất ít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 cải tiến theo mức ưu tiên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612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dữ liệu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7335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DB và backup, thêm checksum, manifest, test restore; retention 7 daily + 4 weekly.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1612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tin cậy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7335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sang log thay đổi có operationId, revision, tombstone; UI xử lý conflict.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88720"/>
            <a:ext cx="365760" cy="36576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1612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dữ liệu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7335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JSON list thành bảng liên kết, thêm index FK, ngày, ví, danh mục.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ranh giới code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4787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CRUD/analytics vào repository/use-case; thêm test migration, DAO, sync.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063240"/>
            <a:ext cx="365760" cy="36576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cố Firebase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54787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Security Rules, retry backoff, idempotency; thêm BFF/API Gateway khi cần.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A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063240"/>
            <a:ext cx="365760" cy="365760"/>
          </a:xfrm>
          <a:prstGeom prst="ellipse">
            <a:avLst/>
          </a:prstGeom>
          <a:solidFill>
            <a:srgbClr val="14808C"/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quan sát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54787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reporting lọc PII, metrics backup/sync, cảnh báo và trang trạng thái đồng bộ.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14808C">
              <a:alpha val="60000"/>
            </a:srgbClr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bài toán cá nhân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phản hồi nhanh, chạy offline, hạ tầng vận hành nhẹ.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14808C">
              <a:alpha val="60000"/>
            </a:srgbClr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phân tán trên từng client; backup, sync và chia sẻ là nhánh phức tạp nhất.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14808C">
              <a:alpha val="60000"/>
            </a:srgbClr>
          </a:solidFill>
          <a:ln w="12700">
            <a:solidFill>
              <a:srgbClr val="1480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tiếp theo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657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và khôi phục, đồng bộ có kiểm soát xung đột, chuẩn hóa DB, tách lớp nghiệp vụ trước khi thêm backend.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2026-09-28T14:57:31Z</dcterms:created>
  <dcterms:modified xsi:type="dcterms:W3CDTF">2026-09-28T14:57:31Z</dcterms:modified>
</cp:coreProperties>
</file>